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Value-Based Education &amp; Mental Well-being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Scenario-Based Review &amp; Analysis</a:t>
            </a:r>
          </a:p>
          <a:p>
            <a:r>
              <a:t>Based on Traditional Indian Wisdom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Value-based education improves emotional regulation, empathy, and resilience.</a:t>
            </a:r>
          </a:p>
          <a:p>
            <a:r>
              <a:t>• Traditional Indian texts provide culturally grounded moral frameworks.</a:t>
            </a:r>
          </a:p>
          <a:p>
            <a:r>
              <a:t>• Gaps exist in long-term evaluation and large-scale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1: Academic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faces exam anxiety → Vachana on Kayaka teaches effort over results → reduced stress.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2: Peer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Conflict between classmates → Panchatantra story on cooperation → improved empathy.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3: Low Self-Esteem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doubts abilities → Hitopadesha lesson on self-belief → confidence building.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4: 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excluded socially → Basavanna’s equality teachings → inclusive mindset.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5: Anger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anger outbursts → Story-based reflection → emotional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6: Dishonesty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Cheating in exams → Moral fable → honesty and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7: Digital Addiction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Excess screen time → Value discussion on moderation → balanced habits.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8: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peer-influenced choices → Hitopadesha prudence lesson → better judgment.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9: Lack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disengaged → Kayaka philosophy → renewed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10: Social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Indifference to community → Vachanas on service → altruistic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Scenario-based value education is effective.</a:t>
            </a:r>
          </a:p>
          <a:p>
            <a:r>
              <a:t>• Cultural narratives enhance relatability and impact.</a:t>
            </a:r>
          </a:p>
          <a:p>
            <a:r>
              <a:t>• Recommended for integration into school curricula.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